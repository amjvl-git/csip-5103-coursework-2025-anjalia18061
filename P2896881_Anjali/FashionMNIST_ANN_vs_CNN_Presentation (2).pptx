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713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02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677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286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3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9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9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62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765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15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468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204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Fashion-MNIST Classification: ANN vs CNN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Coursework Presentation</a:t>
            </a:r>
          </a:p>
          <a:p>
            <a:r>
              <a:t>Your Name / Student ID / Date /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Classify Fashion-MNIST images (28×28, 10 classes)</a:t>
            </a:r>
          </a:p>
          <a:p>
            <a:r>
              <a:t>• Compare ANN (MLP) and CNN models</a:t>
            </a:r>
          </a:p>
          <a:p>
            <a:r>
              <a:t>• Evaluate basic vs upgraded versions</a:t>
            </a:r>
          </a:p>
          <a:p>
            <a:r>
              <a:t>• Highlight performance improvements using data augmentation &amp; regularization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images: 60,000 train, 10,000 test</a:t>
            </a:r>
          </a:p>
          <a:p>
            <a:r>
              <a:t>• Classes: T-shirt, Trouser, Pullover, Dress, Coat, Sandal, Shirt, Sneaker, Bag, Ankle Boot</a:t>
            </a:r>
          </a:p>
          <a:p>
            <a:r>
              <a:t>• Image size: 28×28 grayscale</a:t>
            </a:r>
          </a:p>
          <a:p>
            <a:endParaRPr/>
          </a:p>
          <a:p>
            <a:r>
              <a:t>Visualization: Include a 2×5 grid of sample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 (MLP)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MLP: Flatten → Dense(128) → Dropout → Dense(64) → Dropout → Dense(10)</a:t>
            </a:r>
          </a:p>
          <a:p>
            <a:r>
              <a:t>Upgraded MLP: Same + reduced dropout / optional batch normalization</a:t>
            </a:r>
          </a:p>
          <a:p>
            <a:endParaRPr/>
          </a:p>
          <a:p>
            <a:r>
              <a:t>Diagram: Simple layer block diagram</a:t>
            </a:r>
          </a:p>
          <a:p>
            <a:r>
              <a:t>Notes: Captures global features, no spatial info.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CNN: Conv32 → MaxPool → Conv64 → MaxPool → Flatten → Dense128 → Dropout → Dense10</a:t>
            </a:r>
          </a:p>
          <a:p>
            <a:r>
              <a:t>Upgraded CNN: Add moderate augmentation, extra conv layers, dropout 0.3</a:t>
            </a:r>
          </a:p>
          <a:p>
            <a:endParaRPr/>
          </a:p>
          <a:p>
            <a:r>
              <a:t>Diagram: Layer blocks with convolutional filters</a:t>
            </a:r>
          </a:p>
          <a:p>
            <a:r>
              <a:t>Notes: Captures spatial/local features → better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• Optimizer: Adam</a:t>
            </a:r>
          </a:p>
          <a:p>
            <a:r>
              <a:t>• Loss: Categorical cross-entropy</a:t>
            </a:r>
          </a:p>
          <a:p>
            <a:r>
              <a:t>• Batch size: 128</a:t>
            </a:r>
          </a:p>
          <a:p>
            <a:r>
              <a:t>• Epochs: 20–30</a:t>
            </a:r>
          </a:p>
          <a:p>
            <a:r>
              <a:t>• Callbacks: Early stopping (patience 10), learning rate reduction (optional)</a:t>
            </a:r>
          </a:p>
          <a:p>
            <a:r>
              <a:t>• Data Augmentation: Only for CNN in upgraded version (rotation ±10°, small shift, no flip)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Table: Test Accuracy</a:t>
            </a:r>
          </a:p>
          <a:p>
            <a:endParaRPr/>
          </a:p>
          <a:p>
            <a:r>
              <a:t>Model		Basic	Upgraded</a:t>
            </a:r>
          </a:p>
          <a:p>
            <a:r>
              <a:t>ANN (MLP)	86–88%	89–91%</a:t>
            </a:r>
          </a:p>
          <a:p>
            <a:r>
              <a:t>CNN		90–92%	93–95%</a:t>
            </a:r>
          </a:p>
          <a:p>
            <a:endParaRPr/>
          </a:p>
          <a:p>
            <a:r>
              <a:t>Notes: CNN outperforms MLP; upgraded models improve generalization.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Include side-by-side confusion matrices:</a:t>
            </a:r>
          </a:p>
          <a:p>
            <a:endParaRPr/>
          </a:p>
          <a:p>
            <a:r>
              <a:t>• ANN (MLP) Upgraded</a:t>
            </a:r>
          </a:p>
          <a:p>
            <a:r>
              <a:t>• CNN Upgraded</a:t>
            </a:r>
          </a:p>
          <a:p>
            <a:endParaRPr/>
          </a:p>
          <a:p>
            <a:r>
              <a:t>Highlight most confused classes:</a:t>
            </a:r>
          </a:p>
          <a:p>
            <a:r>
              <a:t>• Shirt ↔ T-shirt/top</a:t>
            </a:r>
          </a:p>
          <a:p>
            <a:r>
              <a:t>• Pullover ↔ Coat</a:t>
            </a:r>
          </a:p>
          <a:p>
            <a:r>
              <a:t>• Sneaker ↔ Ankle Boot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&amp; Validation Curves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Include two charts per model:</a:t>
            </a:r>
          </a:p>
          <a:p>
            <a:r>
              <a:t>• Loss (train vs val)</a:t>
            </a:r>
          </a:p>
          <a:p>
            <a:r>
              <a:t>• Accuracy (train vs val)</a:t>
            </a:r>
          </a:p>
          <a:p>
            <a:endParaRPr/>
          </a:p>
          <a:p>
            <a:r>
              <a:t>Observations:</a:t>
            </a:r>
          </a:p>
          <a:p>
            <a:r>
              <a:t>• CNN converges faster</a:t>
            </a:r>
          </a:p>
          <a:p>
            <a:r>
              <a:t>• Upgraded models have smoother validation curves → better generalization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Conclusion:</a:t>
            </a:r>
          </a:p>
          <a:p>
            <a:r>
              <a:t>• CNN consistently outperforms ANN for image classification</a:t>
            </a:r>
          </a:p>
          <a:p>
            <a:r>
              <a:t>• Upgrades (dropout, augmentation, batch norm) improve accuracy</a:t>
            </a:r>
          </a:p>
          <a:p>
            <a:r>
              <a:t>• Confusions mostly between visually similar classes</a:t>
            </a:r>
          </a:p>
          <a:p>
            <a:endParaRPr/>
          </a:p>
          <a:p>
            <a:r>
              <a:t>Recommendations:</a:t>
            </a:r>
          </a:p>
          <a:p>
            <a:r>
              <a:t>• Further improve CNN depth/filters</a:t>
            </a:r>
          </a:p>
          <a:p>
            <a:r>
              <a:t>• Use ensemble models for higher accuracy</a:t>
            </a:r>
          </a:p>
          <a:p>
            <a:r>
              <a:t>• Explore learning rate schedules or advanced optimizers (AdamW)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</TotalTime>
  <Words>439</Words>
  <Application>Microsoft Office PowerPoint</Application>
  <PresentationFormat>On-screen Show (4:3)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Fashion-MNIST Classification: ANN vs CNN</vt:lpstr>
      <vt:lpstr>Objective</vt:lpstr>
      <vt:lpstr>Dataset Overview</vt:lpstr>
      <vt:lpstr>ANN (MLP) Architecture</vt:lpstr>
      <vt:lpstr>CNN Architecture</vt:lpstr>
      <vt:lpstr>Training Setup</vt:lpstr>
      <vt:lpstr>Performance Comparison</vt:lpstr>
      <vt:lpstr>Confusion Matrices</vt:lpstr>
      <vt:lpstr>Training &amp; Validation Curves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Srikar Reddy</cp:lastModifiedBy>
  <cp:revision>2</cp:revision>
  <dcterms:created xsi:type="dcterms:W3CDTF">2013-01-27T09:14:16Z</dcterms:created>
  <dcterms:modified xsi:type="dcterms:W3CDTF">2025-11-05T16:56:32Z</dcterms:modified>
  <cp:category/>
</cp:coreProperties>
</file>